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원본 수집</c:v>
                  </c:pt>
                  <c:pt idx="1">
                    <c:v>Trip.com 제거</c:v>
                  </c:pt>
                  <c:pt idx="2">
                    <c:v>텍스트 없음</c:v>
                  </c:pt>
                  <c:pt idx="3">
                    <c:v>빈 행/중복</c:v>
                  </c:pt>
                  <c:pt idx="4">
                    <c:v>최종 분석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130000</c:v>
                </c:pt>
                <c:pt idx="1">
                  <c:v>25936</c:v>
                </c:pt>
                <c:pt idx="2">
                  <c:v>18737</c:v>
                </c:pt>
                <c:pt idx="3">
                  <c:v>43124</c:v>
                </c:pt>
                <c:pt idx="4">
                  <c:v>81613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v1
베이스라인</c:v>
                  </c:pt>
                  <c:pt idx="1">
                    <c:v>v2
1차 파인튜닝</c:v>
                  </c:pt>
                  <c:pt idx="2">
                    <c:v>v3
의사레이블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0.7323</c:v>
                </c:pt>
                <c:pt idx="1">
                  <c:v>0.855</c:v>
                </c:pt>
                <c:pt idx="2">
                  <c:v>0.8691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1점</c:v>
                  </c:pt>
                  <c:pt idx="1">
                    <c:v>2점</c:v>
                  </c:pt>
                  <c:pt idx="2">
                    <c:v>3점</c:v>
                  </c:pt>
                  <c:pt idx="3">
                    <c:v>4점</c:v>
                  </c:pt>
                  <c:pt idx="4">
                    <c:v>5점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1198</c:v>
                </c:pt>
                <c:pt idx="1">
                  <c:v>1376</c:v>
                </c:pt>
                <c:pt idx="2">
                  <c:v>6277</c:v>
                </c:pt>
                <c:pt idx="3">
                  <c:v>22999</c:v>
                </c:pt>
                <c:pt idx="4">
                  <c:v>26790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1점</c:v>
                  </c:pt>
                  <c:pt idx="1">
                    <c:v>2점</c:v>
                  </c:pt>
                  <c:pt idx="2">
                    <c:v>3점</c:v>
                  </c:pt>
                  <c:pt idx="3">
                    <c:v>4점</c:v>
                  </c:pt>
                  <c:pt idx="4">
                    <c:v>5점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3310</c:v>
                </c:pt>
                <c:pt idx="1">
                  <c:v>2399</c:v>
                </c:pt>
                <c:pt idx="2">
                  <c:v>4276</c:v>
                </c:pt>
                <c:pt idx="3">
                  <c:v>2332</c:v>
                </c:pt>
                <c:pt idx="4">
                  <c:v>3777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호텔</c:v>
                  </c:pt>
                  <c:pt idx="1">
                    <c:v>료칸</c:v>
                  </c:pt>
                  <c:pt idx="2">
                    <c:v>게스트하우스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51352</c:v>
                </c:pt>
                <c:pt idx="1">
                  <c:v>5149</c:v>
                </c:pt>
                <c:pt idx="2">
                  <c:v>2109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호텔</c:v>
                  </c:pt>
                  <c:pt idx="1">
                    <c:v>료칸</c:v>
                  </c:pt>
                  <c:pt idx="2">
                    <c:v>게스트하우스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20619</c:v>
                </c:pt>
                <c:pt idx="1">
                  <c:v>1589</c:v>
                </c:pt>
                <c:pt idx="2">
                  <c:v>772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긍정률(%)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</c:v>
                </c:pt>
                <c:pt idx="1">
                  <c:v>77.9</c:v>
                </c:pt>
                <c:pt idx="2">
                  <c:v>77.8</c:v>
                </c:pt>
                <c:pt idx="3">
                  <c:v>71.8</c:v>
                </c:pt>
                <c:pt idx="4">
                  <c:v>69.3</c:v>
                </c:pt>
                <c:pt idx="5">
                  <c:v>69.2</c:v>
                </c:pt>
                <c:pt idx="6">
                  <c:v>69.3</c:v>
                </c:pt>
                <c:pt idx="7">
                  <c:v>68.4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후쿠오카 현 숙박업소 리뷰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감성분석 프로젝트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크롤링 · 한국어 NLP · Streamlit 대시보드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기간: 2008~2026 · 분석 건수: 81,613건 · 최종 F1: 0.8691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130,000건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건수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크롤링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81,613건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분석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 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204개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업소 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호텔·료칸·게스트하우스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0058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0.8691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7512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F1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베이스라인 대비 +17.5%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→ 전처리 → EDA → 모델 검증 → 파인튜닝 → 시각화 대시보드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크롤링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(Selenium)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47088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57400" y="329184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33375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전처리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(Pandas)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38728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49040" y="329184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3375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검증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(5종 비교)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329184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3375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파인튜닝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(Pseudo-label)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22008" y="3749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32320" y="329184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3375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(Streamlit)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및 전처리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0584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60720" y="10424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 제거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60720" y="13167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25,936건 — 평점 척도 불일치(10점 만점)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0" y="182880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8653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없음 제거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21396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18,737건 — 감성분석 불가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65176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6883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행 제거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60720" y="29626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42,129건 — Excel 셀 삭제 잔재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347472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511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제거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60720" y="37856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995건 — 완전/부분 중복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669280" y="429768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4297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81,613건 확보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감성분석 모델 선정 및 파인튜닝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00584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4960" y="10424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베이스라인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94960" y="13167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0.7323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94960" y="1600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alsgyu 모델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사전학습 그대로 사용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03520" y="224028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22768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1차 파인튜닝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25511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0.8550 (+16.8%)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4960" y="2834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레이블링 459건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특화 학습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0" y="34747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3511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의사레이블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37856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0.8691 (+17.5%)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496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459 + 의사레이블 4,000건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자기학습으로 데이터 확장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5종 후보 모델 직접 검증(validate_model.py)으로 최적 모델 선정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RQ1. 평점-감성 불일치 분석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144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60720" y="960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5점인데 부정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6072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3,777건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6276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전체의 4.6% / "별점은 후하게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텍스트엔 불만"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69280" y="22860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1점인데 긍정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1,198건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760720" y="29992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전체의 1.5% / "혹평하지만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표현 포함"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36576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3703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파인튜닝 탐지 향상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956 → 3,777건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760720" y="43708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+295% 향상 / v1 대비 v3 기준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불일치 탐지 능력 개선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RQ2. 숙소 유형·업소별 분석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005840"/>
            <a:ext cx="128016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7840" y="10058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0" y="1005840"/>
            <a:ext cx="82296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1005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1005840"/>
            <a:ext cx="91440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1005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평균평점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95360" y="1005840"/>
            <a:ext cx="822960" cy="548640"/>
          </a:xfrm>
          <a:prstGeom prst="rect">
            <a:avLst/>
          </a:prstGeom>
          <a:solidFill>
            <a:srgbClr val="1F386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1005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부정률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1600200"/>
            <a:ext cx="1280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1600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0" y="16002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1600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71,994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160020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95360" y="16002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0" y="1600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77840" y="2194560"/>
            <a:ext cx="12801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료칸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0" y="2194560"/>
            <a:ext cx="8229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2194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6,738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80960" y="2194560"/>
            <a:ext cx="9144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4.19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595360" y="2194560"/>
            <a:ext cx="82296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95360" y="2194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577840" y="2788920"/>
            <a:ext cx="12801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2788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게스트하우스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858000" y="278892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58000" y="2788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2,881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680960" y="2788920"/>
            <a:ext cx="9144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80960" y="2788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595360" y="278892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595360" y="2788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486400" y="3474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료칸이 평균 평점(4.19)과 부정률(23.6%) 모두 가장 양호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0" y="39776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 리뷰 키워드: 방음, 청소, 에어컨, 가격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리뷰 키워드: 위치, 조식, 직원 친절, 깨끗함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RQ3. 시계열 트렌드 분석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9144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0F9FB"/>
          </a:solidFill>
          <a:ln w="12700">
            <a:solidFill>
              <a:srgbClr val="F0F9F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코로나 이전 (2017~2019)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17920" y="12252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85.8%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17920" y="15910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피크, 다양한 이용층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26480" y="224028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2276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코로나 기간 (2020~2021)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25511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17920" y="291693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수 급감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만족 고객 위주 방문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35661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36027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재개 후 (2022~2026)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17920" y="38770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69.3%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217920" y="424281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이용층 증가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기대치 대비 불만 증가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및 시사점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평점 시스템의 한계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5점 만점 리뷰의 4.6%가 텍스트에서 부정 감성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평점만으로 만족도 판단 불가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🏨 료칸 품질 우수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부정률 23.6%로 호텔(28.6%)·게스트하우스(26.9%) 대비 낮음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평점도 4.19로 가장 높음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코로나 이후 부정 증가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2022년 이후 긍정률 69.3%로 하락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재개 후 다양한 이용층 유입 반영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파인튜닝 효과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4290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베이스라인 F1 0.7323 → 0.8691 (+17.5%)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레이블링 + 의사레이블링으로 성능 향상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 리뷰에서도 '좋았습니다'가 자주 등장 — 한국어 역접 구조('좋았지만... 아쉬웠다') 패턴 확인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개선 방향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기대효과: 높음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 모델 교체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klue/roberta-large로 교체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F1 +2~4%p 향상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4904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기대효과: 높음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444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레이블링 데이터 확장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459건 → 1,000건 이상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검토로 품질 개선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789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1097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기대효과: 중간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4447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3분류 감성 모델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중립 분류 추가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세밀한 감성 분석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9992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기대효과: 중간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재크롤링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말줄임 절단 30% 해소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텍스트 확보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29992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기대효과: 낮음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일본어 리뷰 추가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 이용객 관점 반영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 감성분석 확장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29992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기대효과: 낮음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업데이트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스케줄러 기반 크롤링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 자동 갱신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후쿠오카 현 숙박업소 리뷰 감성분석</dc:title>
  <dc:subject>PptxGenJS Presentation</dc:subject>
  <dc:creator>PptxGenJS</dc:creator>
  <cp:lastModifiedBy>PptxGenJS</cp:lastModifiedBy>
  <cp:revision>1</cp:revision>
  <dcterms:created xsi:type="dcterms:W3CDTF">2026-06-28T10:15:18Z</dcterms:created>
  <dcterms:modified xsi:type="dcterms:W3CDTF">2026-06-28T10:15:18Z</dcterms:modified>
</cp:coreProperties>
</file>